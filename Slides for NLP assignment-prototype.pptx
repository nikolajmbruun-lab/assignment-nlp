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97a2595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97a2595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97a2595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97a2595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97a2595b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97a2595b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97a2595b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97a2595b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7a2595bd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97a2595bd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97a2595b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97a2595b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97a2595b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97a2595b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97a2595bd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97a2595bd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for NLP assignment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Nikolaj Bruun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EP debates are long, messy and hard to analyse manually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I wanted to see which topics dominate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which speakers connect different issues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and how things change between 2020–2021 and 2022–2023</a:t>
            </a:r>
            <a:br>
              <a:rPr lang="en"/>
            </a:b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Goal: use an LLM to turn raw text into something I can study with networks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500 EP debate speeches (2020–2023)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Chosen because it is big enough to show real structure but still manageable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Covers both stable topics (EU governance climate rights)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shocks (Ukraine 2022)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Overview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LLM extracts topics entities sentiment summary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convert outputs into triples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 KG and then several networks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Analyse centrality topic frequency communities and time differences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Extraction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LLM extracts ~85–90% accurate info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Outputs: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topics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entities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sentiment</a:t>
            </a:r>
            <a:br>
              <a:rPr lang="en"/>
            </a:br>
            <a:endParaRPr/>
          </a:p>
          <a:p>
            <a:pPr indent="-27749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/>
              <a:t>short summaries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Results of Topics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Core topics in both periods: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European Union, climate change, human rights, democracy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2022–2023: </a:t>
            </a:r>
            <a:r>
              <a:rPr b="1" lang="en" sz="1100">
                <a:solidFill>
                  <a:schemeClr val="dk1"/>
                </a:solidFill>
              </a:rPr>
              <a:t>Ukraine</a:t>
            </a:r>
            <a:r>
              <a:rPr lang="en" sz="1100">
                <a:solidFill>
                  <a:schemeClr val="dk1"/>
                </a:solidFill>
              </a:rPr>
              <a:t> becomes a major central topic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Shows both long-running themes and clear shocks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Results of Networks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Speaker–speaker network is dense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Brokerage mostly shared across ALDE, S&amp;D, PPE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No single political group dominates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Later period is slightly more fragmented and sparser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Topic–topic network has a clear core of broad issues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LLM sometimes gives too generic topics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Missing some entities → lower recall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Sentiment is the noisiest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Only 500 speeches → not fully representative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Left/center/right coding is very simplified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&amp; Open Questions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Conclusions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LLMs make it possible to map debates at scale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Clear topic cores and influence patterns appear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Ukraine reshapes the landscape after 2022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Open questions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much do generic topics distort the structure?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Would a larger or more balanced dataset change results?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How do party strategies actually drive shifts in the networks?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